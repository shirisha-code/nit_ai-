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90" r:id="rId7"/>
    <p:sldId id="294" r:id="rId8"/>
    <p:sldId id="264" r:id="rId9"/>
    <p:sldId id="291" r:id="rId10"/>
    <p:sldId id="293" r:id="rId11"/>
    <p:sldId id="292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9" autoAdjust="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IN" dirty="0"/>
              <a:t>Image Classification using Convolutional Neural Networks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Autofit/>
          </a:bodyPr>
          <a:lstStyle/>
          <a:p>
            <a:r>
              <a:rPr lang="en-US" sz="2400" dirty="0"/>
              <a:t>205325014</a:t>
            </a:r>
          </a:p>
          <a:p>
            <a:r>
              <a:rPr lang="en-US" sz="2400" dirty="0"/>
              <a:t>Shirisha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525" y="663393"/>
            <a:ext cx="6878684" cy="1325563"/>
          </a:xfrm>
        </p:spPr>
        <p:txBody>
          <a:bodyPr>
            <a:normAutofit/>
          </a:bodyPr>
          <a:lstStyle/>
          <a:p>
            <a:r>
              <a:rPr lang="en-IN" sz="3600" b="1" dirty="0"/>
              <a:t>Introduction to CNN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25" y="2165940"/>
            <a:ext cx="5355772" cy="3671615"/>
          </a:xfrm>
        </p:spPr>
        <p:txBody>
          <a:bodyPr>
            <a:normAutofit/>
          </a:bodyPr>
          <a:lstStyle/>
          <a:p>
            <a:r>
              <a:rPr lang="en-IN" sz="2000" b="1" dirty="0"/>
              <a:t>What is a CNN?</a:t>
            </a:r>
          </a:p>
          <a:p>
            <a:r>
              <a:rPr lang="en-IN" sz="2000" dirty="0"/>
              <a:t>A special type of neural network trained to recognize patterns, detect objects, and classify images.</a:t>
            </a:r>
          </a:p>
          <a:p>
            <a:r>
              <a:rPr lang="en-IN" sz="2000" b="1" dirty="0"/>
              <a:t>Common Architectures:</a:t>
            </a:r>
          </a:p>
          <a:p>
            <a:r>
              <a:rPr lang="en-IN" sz="2000" dirty="0"/>
              <a:t>LeNet, </a:t>
            </a:r>
            <a:r>
              <a:rPr lang="en-IN" sz="2000" dirty="0" err="1"/>
              <a:t>AlexNet</a:t>
            </a:r>
            <a:r>
              <a:rPr lang="en-IN" sz="2000" dirty="0"/>
              <a:t>, </a:t>
            </a:r>
            <a:r>
              <a:rPr lang="en-IN" sz="2000" dirty="0" err="1"/>
              <a:t>GoogLeNet</a:t>
            </a:r>
            <a:r>
              <a:rPr lang="en-IN" sz="2000" dirty="0"/>
              <a:t>, </a:t>
            </a:r>
            <a:r>
              <a:rPr lang="en-IN" sz="2000" dirty="0" err="1"/>
              <a:t>ResNet</a:t>
            </a:r>
            <a:r>
              <a:rPr lang="en-IN" sz="2000" dirty="0"/>
              <a:t>, VGG, etc.</a:t>
            </a:r>
          </a:p>
          <a:p>
            <a:r>
              <a:rPr lang="en-IN" sz="2000" b="1" dirty="0"/>
              <a:t>Project Goal:</a:t>
            </a:r>
            <a:r>
              <a:rPr lang="en-IN" sz="2000" dirty="0"/>
              <a:t>  Build a simple LeNet-style CNN for image classification.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B2D4E-0791-8245-3F40-F977DF182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36" y="831668"/>
            <a:ext cx="8844371" cy="1097687"/>
          </a:xfrm>
        </p:spPr>
        <p:txBody>
          <a:bodyPr>
            <a:normAutofit fontScale="90000"/>
          </a:bodyPr>
          <a:lstStyle/>
          <a:p>
            <a:r>
              <a:rPr lang="en-US" sz="6600" b="1" dirty="0"/>
              <a:t>Model Architecture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3399E-E470-6E1E-DF7B-6617CA6B4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965" y="2179866"/>
            <a:ext cx="7146200" cy="3846466"/>
          </a:xfrm>
        </p:spPr>
        <p:txBody>
          <a:bodyPr>
            <a:normAutofit fontScale="85000" lnSpcReduction="20000"/>
          </a:bodyPr>
          <a:lstStyle/>
          <a:p>
            <a:r>
              <a:rPr lang="en-US" sz="3200" b="1" dirty="0"/>
              <a:t>Our LeNet-style CNN consists of:</a:t>
            </a:r>
            <a:endParaRPr lang="en-US" sz="3200" dirty="0"/>
          </a:p>
          <a:p>
            <a:r>
              <a:rPr lang="en-US" sz="3200" b="1" dirty="0"/>
              <a:t>2 Convolutional Layers:</a:t>
            </a:r>
            <a:r>
              <a:rPr lang="en-US" sz="3200" dirty="0"/>
              <a:t> For feature extraction.</a:t>
            </a:r>
          </a:p>
          <a:p>
            <a:r>
              <a:rPr lang="en-US" sz="3200" b="1" dirty="0"/>
              <a:t>2 Pooling Layers:</a:t>
            </a:r>
            <a:r>
              <a:rPr lang="en-US" sz="3200" dirty="0"/>
              <a:t> To reduce spatial dimensions.</a:t>
            </a:r>
          </a:p>
          <a:p>
            <a:r>
              <a:rPr lang="en-US" sz="3200" b="1" dirty="0"/>
              <a:t>1 Flattening Layer:</a:t>
            </a:r>
            <a:r>
              <a:rPr lang="en-US" sz="3200" dirty="0"/>
              <a:t> To convert 2D data into a 1D vector.</a:t>
            </a:r>
          </a:p>
          <a:p>
            <a:r>
              <a:rPr lang="en-US" sz="3200" b="1" dirty="0"/>
              <a:t>2 Dense (Fully Connected) Layers:</a:t>
            </a:r>
            <a:r>
              <a:rPr lang="en-US" sz="3200" dirty="0"/>
              <a:t> For final classification.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F822F-CB53-12F3-3B2B-382211866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5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5B0F-5362-A9EB-B27E-D6C2688958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A diagram of a layer">
            <a:extLst>
              <a:ext uri="{FF2B5EF4-FFF2-40B4-BE49-F238E27FC236}">
                <a16:creationId xmlns:a16="http://schemas.microsoft.com/office/drawing/2014/main" id="{56BAF27B-6F33-14CA-9C90-C3AC0515C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91" y="237853"/>
            <a:ext cx="11534818" cy="638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36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96" y="486591"/>
            <a:ext cx="7746409" cy="1204912"/>
          </a:xfrm>
        </p:spPr>
        <p:txBody>
          <a:bodyPr>
            <a:normAutofit/>
          </a:bodyPr>
          <a:lstStyle/>
          <a:p>
            <a:r>
              <a:rPr lang="en-IN" sz="4400" b="1" dirty="0"/>
              <a:t>The CIFAR10 Dataset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522" y="1691503"/>
            <a:ext cx="7389358" cy="387327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IN" dirty="0"/>
          </a:p>
          <a:p>
            <a:endParaRPr lang="en-US" noProof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2AC6C82-68CC-9212-8EA0-2C7B48778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436" y="1472354"/>
            <a:ext cx="716293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Details: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Images: 60,000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colour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Categories: 10 different classes (6,000 images per class).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Split: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Set: 50,000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Set: 10,000 images.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Plane, car, bird, cat, deer, dog, frog, horse, ship, truck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85C4-5C06-307F-F153-8B9DDECB9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092" y="1555734"/>
            <a:ext cx="7764508" cy="514212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Data Pre-processing: Normalization</a:t>
            </a:r>
            <a:br>
              <a:rPr lang="en-US" b="1" dirty="0"/>
            </a:br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35955DF-442F-15B0-5106-026BE3AC4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0029" y="2069946"/>
            <a:ext cx="7093879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Normalization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process of changing the pixel value range from 0–255 to 0–1.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do we do it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numeric values make computation complex and expensive.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Reducing values to a range between 0 and 1 makes computation faster and easier.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Divide all pixel values by the maximum value (255)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198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32C1-CAA2-C1DF-1E08-41AAA89A8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42" y="1027611"/>
            <a:ext cx="8182521" cy="748938"/>
          </a:xfrm>
        </p:spPr>
        <p:txBody>
          <a:bodyPr>
            <a:normAutofit/>
          </a:bodyPr>
          <a:lstStyle/>
          <a:p>
            <a:r>
              <a:rPr lang="en-IN" sz="4400" dirty="0"/>
              <a:t>Data Verification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09DF16B-B851-1B60-449E-395D877139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2211" y="2202281"/>
            <a:ext cx="7172326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the dataset is loaded and labeled correctly before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 the first 25 images from the training 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the corresponding class name below each image to verify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788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49077-4E44-4E41-A5D1-4DA5F16B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258" y="506898"/>
            <a:ext cx="8885736" cy="808110"/>
          </a:xfrm>
        </p:spPr>
        <p:txBody>
          <a:bodyPr>
            <a:noAutofit/>
          </a:bodyPr>
          <a:lstStyle/>
          <a:p>
            <a:r>
              <a:rPr lang="en-IN" sz="4000" dirty="0"/>
              <a:t>Conclusion &amp; Implementation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EF338A5-8295-85F5-6468-E659B1F50C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0258" y="1699730"/>
            <a:ext cx="610987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TensorFlow,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Matplotlib.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Steps: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Building the model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Compiling the model with an optimizer and loss function.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the model on normalized CIFAR10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002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6740434" cy="2642755"/>
          </a:xfrm>
        </p:spPr>
        <p:txBody>
          <a:bodyPr/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31</TotalTime>
  <Words>320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Monoline</vt:lpstr>
      <vt:lpstr>Image Classification using Convolutional Neural Networks</vt:lpstr>
      <vt:lpstr>Introduction to CNN </vt:lpstr>
      <vt:lpstr>Model Architecture </vt:lpstr>
      <vt:lpstr>PowerPoint Presentation</vt:lpstr>
      <vt:lpstr>The CIFAR10 Dataset </vt:lpstr>
      <vt:lpstr>Data Pre-processing: Normalization </vt:lpstr>
      <vt:lpstr>Data Verification</vt:lpstr>
      <vt:lpstr>Conclusion &amp; Implementation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kudikyala shirisha</dc:creator>
  <cp:lastModifiedBy>kudikyala shirisha</cp:lastModifiedBy>
  <cp:revision>1</cp:revision>
  <dcterms:created xsi:type="dcterms:W3CDTF">2025-12-18T04:36:57Z</dcterms:created>
  <dcterms:modified xsi:type="dcterms:W3CDTF">2025-12-18T05:08:08Z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